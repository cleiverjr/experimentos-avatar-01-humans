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Arimo Bold" charset="1" panose="020B0704020202020204"/>
      <p:regular r:id="rId8"/>
    </p:embeddedFont>
    <p:embeddedFont>
      <p:font typeface="Arimo" charset="1" panose="020B0604020202020204"/>
      <p:regular r:id="rId9"/>
    </p:embeddedFont>
    <p:embeddedFont>
      <p:font typeface="Roboto" charset="1" panose="02000000000000000000"/>
      <p:regular r:id="rId10"/>
    </p:embeddedFont>
    <p:embeddedFont>
      <p:font typeface="Roboto Bold" charset="1" panose="02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96525"/>
            <a:chOff x="0" y="0"/>
            <a:chExt cx="24384000" cy="1372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28700"/>
            </a:xfrm>
            <a:custGeom>
              <a:avLst/>
              <a:gdLst/>
              <a:ahLst/>
              <a:cxnLst/>
              <a:rect r="r" b="b" t="t" l="l"/>
              <a:pathLst>
                <a:path h="137287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28700"/>
                  </a:lnTo>
                  <a:lnTo>
                    <a:pt x="0" y="1372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753" y="7982102"/>
            <a:ext cx="2100253" cy="2100253"/>
            <a:chOff x="0" y="0"/>
            <a:chExt cx="2800337" cy="28003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00350" cy="2800350"/>
            </a:xfrm>
            <a:custGeom>
              <a:avLst/>
              <a:gdLst/>
              <a:ahLst/>
              <a:cxnLst/>
              <a:rect r="r" b="b" t="t" l="l"/>
              <a:pathLst>
                <a:path h="2800350" w="2800350">
                  <a:moveTo>
                    <a:pt x="0" y="0"/>
                  </a:moveTo>
                  <a:lnTo>
                    <a:pt x="2800350" y="0"/>
                  </a:lnTo>
                  <a:lnTo>
                    <a:pt x="2800350" y="2800350"/>
                  </a:lnTo>
                  <a:lnTo>
                    <a:pt x="0" y="2800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967205" y="7187896"/>
            <a:ext cx="2108835" cy="1114777"/>
            <a:chOff x="0" y="0"/>
            <a:chExt cx="2811780" cy="14863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11780" cy="1486408"/>
            </a:xfrm>
            <a:custGeom>
              <a:avLst/>
              <a:gdLst/>
              <a:ahLst/>
              <a:cxnLst/>
              <a:rect r="r" b="b" t="t" l="l"/>
              <a:pathLst>
                <a:path h="1486408" w="2811780">
                  <a:moveTo>
                    <a:pt x="0" y="0"/>
                  </a:moveTo>
                  <a:lnTo>
                    <a:pt x="2811780" y="0"/>
                  </a:lnTo>
                  <a:lnTo>
                    <a:pt x="2811780" y="1486408"/>
                  </a:lnTo>
                  <a:lnTo>
                    <a:pt x="0" y="14864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7" r="0" b="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118977" y="4126571"/>
            <a:ext cx="1809531" cy="933955"/>
            <a:chOff x="0" y="0"/>
            <a:chExt cx="2412708" cy="12452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12746" cy="1245235"/>
            </a:xfrm>
            <a:custGeom>
              <a:avLst/>
              <a:gdLst/>
              <a:ahLst/>
              <a:cxnLst/>
              <a:rect r="r" b="b" t="t" l="l"/>
              <a:pathLst>
                <a:path h="1245235" w="2412746">
                  <a:moveTo>
                    <a:pt x="0" y="0"/>
                  </a:moveTo>
                  <a:lnTo>
                    <a:pt x="2412746" y="0"/>
                  </a:lnTo>
                  <a:lnTo>
                    <a:pt x="2412746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6320" t="-7103" r="-4045" b="-539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589350" y="3188568"/>
            <a:ext cx="867242" cy="933955"/>
            <a:chOff x="0" y="0"/>
            <a:chExt cx="1156322" cy="12452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56335" cy="1245235"/>
            </a:xfrm>
            <a:custGeom>
              <a:avLst/>
              <a:gdLst/>
              <a:ahLst/>
              <a:cxnLst/>
              <a:rect r="r" b="b" t="t" l="l"/>
              <a:pathLst>
                <a:path h="1245235" w="1156335">
                  <a:moveTo>
                    <a:pt x="0" y="0"/>
                  </a:moveTo>
                  <a:lnTo>
                    <a:pt x="1156335" y="0"/>
                  </a:lnTo>
                  <a:lnTo>
                    <a:pt x="1156335" y="1245235"/>
                  </a:lnTo>
                  <a:lnTo>
                    <a:pt x="0" y="1245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299" t="-7103" r="-219312" b="-539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287188" y="6229053"/>
            <a:ext cx="1467641" cy="625412"/>
            <a:chOff x="0" y="0"/>
            <a:chExt cx="1956854" cy="83388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6816" cy="833882"/>
            </a:xfrm>
            <a:custGeom>
              <a:avLst/>
              <a:gdLst/>
              <a:ahLst/>
              <a:cxnLst/>
              <a:rect r="r" b="b" t="t" l="l"/>
              <a:pathLst>
                <a:path h="833882" w="1956816">
                  <a:moveTo>
                    <a:pt x="0" y="0"/>
                  </a:moveTo>
                  <a:lnTo>
                    <a:pt x="1956816" y="0"/>
                  </a:lnTo>
                  <a:lnTo>
                    <a:pt x="1956816" y="833882"/>
                  </a:lnTo>
                  <a:lnTo>
                    <a:pt x="0" y="8338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63944" r="-1" b="-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6416690" y="5399454"/>
            <a:ext cx="1209132" cy="825551"/>
            <a:chOff x="0" y="0"/>
            <a:chExt cx="1612176" cy="11007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12138" cy="1100709"/>
            </a:xfrm>
            <a:custGeom>
              <a:avLst/>
              <a:gdLst/>
              <a:ahLst/>
              <a:cxnLst/>
              <a:rect r="r" b="b" t="t" l="l"/>
              <a:pathLst>
                <a:path h="1100709" w="1612138">
                  <a:moveTo>
                    <a:pt x="0" y="0"/>
                  </a:moveTo>
                  <a:lnTo>
                    <a:pt x="1612138" y="0"/>
                  </a:lnTo>
                  <a:lnTo>
                    <a:pt x="1612138" y="1100709"/>
                  </a:lnTo>
                  <a:lnTo>
                    <a:pt x="0" y="1100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64649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38899" y="1571901"/>
            <a:ext cx="2899172" cy="90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b="true" sz="5199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15780" y="2630453"/>
            <a:ext cx="107975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82757" y="4040648"/>
            <a:ext cx="1322487" cy="87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Template</a:t>
            </a:r>
          </a:p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12121"/>
                </a:solidFill>
                <a:latin typeface="Arimo"/>
                <a:ea typeface="Arimo"/>
                <a:cs typeface="Arimo"/>
                <a:sym typeface="Arimo"/>
              </a:rPr>
              <a:t>Template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82470" y="2401853"/>
            <a:ext cx="1100776" cy="525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Apoio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91867" y="7302798"/>
            <a:ext cx="921963" cy="564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b="true" sz="3199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629326" y="6916769"/>
            <a:ext cx="1049731" cy="42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Goiânia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02811" y="2845584"/>
            <a:ext cx="1882377" cy="600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6"/>
              </a:lnSpc>
            </a:pPr>
            <a:r>
              <a:rPr lang="en-US" b="true" sz="3376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72B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34" y="-6877"/>
            <a:ext cx="18296592" cy="10305526"/>
            <a:chOff x="0" y="0"/>
            <a:chExt cx="24395455" cy="137407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5430" cy="13740637"/>
            </a:xfrm>
            <a:custGeom>
              <a:avLst/>
              <a:gdLst/>
              <a:ahLst/>
              <a:cxnLst/>
              <a:rect r="r" b="b" t="t" l="l"/>
              <a:pathLst>
                <a:path h="13740637" w="24395430">
                  <a:moveTo>
                    <a:pt x="0" y="0"/>
                  </a:moveTo>
                  <a:lnTo>
                    <a:pt x="24395430" y="0"/>
                  </a:lnTo>
                  <a:lnTo>
                    <a:pt x="24395430" y="13740637"/>
                  </a:lnTo>
                  <a:lnTo>
                    <a:pt x="0" y="13740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5697" y="23355"/>
            <a:ext cx="2036502" cy="2036502"/>
            <a:chOff x="0" y="0"/>
            <a:chExt cx="2715336" cy="27153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15387" cy="2715387"/>
            </a:xfrm>
            <a:custGeom>
              <a:avLst/>
              <a:gdLst/>
              <a:ahLst/>
              <a:cxnLst/>
              <a:rect r="r" b="b" t="t" l="l"/>
              <a:pathLst>
                <a:path h="2715387" w="2715387">
                  <a:moveTo>
                    <a:pt x="0" y="0"/>
                  </a:moveTo>
                  <a:lnTo>
                    <a:pt x="2715387" y="0"/>
                  </a:lnTo>
                  <a:lnTo>
                    <a:pt x="2715387" y="2715387"/>
                  </a:lnTo>
                  <a:lnTo>
                    <a:pt x="0" y="2715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1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8107" y="1832724"/>
            <a:ext cx="4903878" cy="55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87"/>
              </a:lnSpc>
            </a:pPr>
            <a:r>
              <a:rPr lang="en-US" b="true" sz="3299">
                <a:solidFill>
                  <a:srgbClr val="212121"/>
                </a:solidFill>
                <a:latin typeface="Roboto Bold"/>
                <a:ea typeface="Roboto Bold"/>
                <a:cs typeface="Roboto Bold"/>
                <a:sym typeface="Roboto Bold"/>
              </a:rPr>
              <a:t>Template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8434"/>
            <a:ext cx="5810053" cy="906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275"/>
              </a:lnSpc>
            </a:pPr>
            <a:r>
              <a:rPr lang="en-US" b="true" sz="5196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Templatee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39919" y="9444457"/>
            <a:ext cx="379971" cy="416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212121"/>
                </a:solidFill>
                <a:latin typeface="Arimo Bold"/>
                <a:ea typeface="Arimo Bold"/>
                <a:cs typeface="Arimo Bold"/>
                <a:sym typeface="Arimo Bold"/>
              </a:rPr>
              <a:t>‹#›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38107" y="2803904"/>
            <a:ext cx="6170310" cy="442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2599">
                <a:solidFill>
                  <a:srgbClr val="212121"/>
                </a:solidFill>
                <a:latin typeface="Roboto"/>
                <a:ea typeface="Roboto"/>
                <a:cs typeface="Roboto"/>
                <a:sym typeface="Roboto"/>
              </a:rPr>
              <a:t>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DAHS1bZSKlw</dc:identifier>
  <dcterms:modified xsi:type="dcterms:W3CDTF">2011-08-01T06:04:30Z</dcterms:modified>
  <cp:revision>1</cp:revision>
  <dc:title>Cópia de AMNS</dc:title>
</cp:coreProperties>
</file>